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AI-AR Predictive Safety Navigation — Web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 accidents happen because users miss hazards in real-time.</a:t>
            </a:r>
          </a:p>
          <a:p>
            <a:r>
              <a:t>Need for low-cost, privacy-friendly hazard assist.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In-browser AI detection + AR overlays to provide predictive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Runs COCO-SSD in browser, overlays warnings on canvas.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TensorFlow.js (COCO-SSD)\n- HTML/CSS/JS\n- Canvas overlays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Custom hazard model\n- WebXR/ARCore integration\n- Mobile PWA &amp; voice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